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47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8B3A52">
              <a:alpha val="25000"/>
            </a:srgbClr>
          </a:solidFill>
          <a:ln w="12700">
            <a:solidFill>
              <a:srgbClr val="8B3A5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74520"/>
            <a:ext cx="22860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SILLAGE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Perfume Recommendation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TF-IDF · K-Means Clustering · Association Rule Mining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the right fragrance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overwhelming.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2651760" cy="237744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1000s of Options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databases contain thousands of fragrances with complex note profiles.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651760" cy="237744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Guidance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struggle to communicate what they like — notes, accords, families.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331720"/>
            <a:ext cx="2651760" cy="237744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Costly Mistakes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the wrong scent is expensive with no easy way to discover alternatives.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8B3A52">
              <a:alpha val="20000"/>
            </a:srgbClr>
          </a:solidFill>
          <a:ln w="12700">
            <a:solidFill>
              <a:srgbClr val="8B3A52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Sillage — An AI-Powered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Perfume Recommender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1645920" cy="2560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304288"/>
            <a:ext cx="54864" cy="548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 ·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&amp; disliked notes, accords, gender, rating threshold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834640"/>
            <a:ext cx="54864" cy="548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24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  ·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2724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rank perfumes by scent-note similarity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64992"/>
            <a:ext cx="54864" cy="548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552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·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2552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perfumes into scent families for exploration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895344"/>
            <a:ext cx="54864" cy="548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856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 ·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378561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mining surfaces 'you may also like' suggestions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425696"/>
            <a:ext cx="54864" cy="548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15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· 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43159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Luxury-styled web app with charts, filters &amp; live results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Mining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36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0025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perfumes.xlsx — notes, accords, ratings &amp; gender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63824" y="148132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1536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63824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20025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Tokenisation, stop-word removal, TF-IDF vectorisation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0176" y="148132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0176" y="1536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0176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71616" y="20025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to visualise scent clusters in 2D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57860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33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0998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grouping of perfumes into scent families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63824" y="257860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2633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63824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Association Rules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0998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mining — frequent note co-occurrences for 'also like'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0176" y="257860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2633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0176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71616" y="30998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vector matched against TF-IDF matrix; top-N returned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675888"/>
            <a:ext cx="2651760" cy="987552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Recommender 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41970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signals to deliver personalised ranked results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200400"/>
            <a:ext cx="2560320" cy="256032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Delivers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645920" cy="2560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651760" cy="14173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Recommendations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perfumes ranked by cosine similarity to your taste 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51760" cy="14173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09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Association Suggestions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"Also You May Like" powered by Apriori rule mining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51760" cy="14173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09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Explorer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fragrance families discovered by K-Means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2651760" cy="14173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644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Insights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charts: note distributions, rating histograms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651760" cy="14173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2644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918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Blacklisting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disliked notes from all recommendations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2651760" cy="14173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2644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Web 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Luxury-styled, interactive and easy to use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2743200" cy="2743200"/>
          </a:xfrm>
          <a:prstGeom prst="ellipse">
            <a:avLst/>
          </a:prstGeom>
          <a:solidFill>
            <a:srgbClr val="8B3A52">
              <a:alpha val="20000"/>
            </a:srgbClr>
          </a:solidFill>
          <a:ln w="12700">
            <a:solidFill>
              <a:srgbClr val="8B3A5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274320"/>
            <a:ext cx="1828800" cy="18288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7863840" cy="2560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21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SILLAGE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7863840" cy="2560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77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828800" cy="11887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Sald Aldeen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78608" y="2697480"/>
            <a:ext cx="1828800" cy="11887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4328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Issa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2697480"/>
            <a:ext cx="1828800" cy="11887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Nemeh Abu Issa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38544" y="2697480"/>
            <a:ext cx="1828800" cy="1188720"/>
          </a:xfrm>
          <a:prstGeom prst="rect">
            <a:avLst/>
          </a:prstGeom>
          <a:solidFill>
            <a:srgbClr val="2D1220"/>
          </a:solidFill>
          <a:ln w="12700">
            <a:solidFill>
              <a:srgbClr val="8B3A52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4264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 Turk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github.com/IslamSaldAldeen/perfume-recommendation-system-Sillage-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</Words>
  <Application>Microsoft Office PowerPoint</Application>
  <PresentationFormat>On-screen Show (16:9)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Sillage – Perfume Recommendation System</dc:title>
  <dc:subject>PptxGenJS Presentation</dc:subject>
  <dc:creator>PptxGenJS</dc:creator>
  <cp:lastModifiedBy>King aRR0w</cp:lastModifiedBy>
  <cp:revision>2</cp:revision>
  <dcterms:created xsi:type="dcterms:W3CDTF">2026-05-15T21:49:22Z</dcterms:created>
  <dcterms:modified xsi:type="dcterms:W3CDTF">2026-05-15T21:53:15Z</dcterms:modified>
</cp:coreProperties>
</file>